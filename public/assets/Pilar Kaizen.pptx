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2" r:id="rId6"/>
    <p:sldId id="264" r:id="rId7"/>
    <p:sldId id="263" r:id="rId8"/>
    <p:sldId id="265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946" y="39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11C1D02-699C-88A9-FC02-B8695F4EA6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F13F63E-7CA9-87EC-3D9A-11A7533027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55DD3C8-2234-FC2E-BF12-6908B92ED3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9DA1502-E62E-FC73-4760-512F25A889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 6(1).png"/>
          <p:cNvPicPr>
            <a:picLocks noChangeAspect="1"/>
          </p:cNvPicPr>
          <p:nvPr/>
        </p:nvPicPr>
        <p:blipFill>
          <a:blip r:embed="rId2"/>
          <a:srcRect t="27" b="27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E418E5-454D-AE5B-7093-5F754C5797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2759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FD75509-0AF2-39CF-6BEA-FB982D54B0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771F2D7-D4FD-D9F2-BA4A-4443DD7B6D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" y="0"/>
            <a:ext cx="121890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3672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Khalish</dc:creator>
  <cp:keywords/>
  <dc:description>generated using python-pptx</dc:description>
  <cp:lastModifiedBy>Khalish Mujahid</cp:lastModifiedBy>
  <cp:revision>4</cp:revision>
  <dcterms:created xsi:type="dcterms:W3CDTF">2013-01-27T09:14:16Z</dcterms:created>
  <dcterms:modified xsi:type="dcterms:W3CDTF">2026-08-27T11:30:47Z</dcterms:modified>
  <cp:category/>
</cp:coreProperties>
</file>