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5" r:id="rId3"/>
    <p:sldId id="259" r:id="rId4"/>
    <p:sldId id="260" r:id="rId5"/>
    <p:sldId id="261" r:id="rId6"/>
    <p:sldId id="262" r:id="rId7"/>
    <p:sldId id="263" r:id="rId8"/>
    <p:sldId id="264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9F693-892D-4887-BFB4-511FC51DEF60}" type="datetimeFigureOut">
              <a:rPr lang="en-ID" smtClean="0"/>
              <a:t>27/08/2026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9CC74-01E5-4D0C-A383-4EF51C1DBD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504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F1D07C-15A5-27B4-BEA9-1417F8DD4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6383001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F4EE46-C5C4-01C6-CBAD-CFF14F71D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7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EC509-1A48-71B6-4A84-E5F753E8D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44" y="0"/>
            <a:ext cx="16287044" cy="9166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64559D-35AE-0FC5-B76B-AF4CE57B0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88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DC433B-4F27-759B-F4EA-07CFE0E35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8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1A11DC-FCD9-9A7A-4A74-87ADFA736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8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0A4AED-445C-F225-C300-17086A36A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88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FB1EE0-96F3-2C2E-F4F8-4537B32EF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2"/>
            <a:ext cx="16242348" cy="91411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Khalish</dc:creator>
  <cp:lastModifiedBy>Khalish Mujahid</cp:lastModifiedBy>
  <cp:revision>2</cp:revision>
  <dcterms:created xsi:type="dcterms:W3CDTF">2006-08-16T00:00:00Z</dcterms:created>
  <dcterms:modified xsi:type="dcterms:W3CDTF">2026-08-27T17:14:28Z</dcterms:modified>
</cp:coreProperties>
</file>